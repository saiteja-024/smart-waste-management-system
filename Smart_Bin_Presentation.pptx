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Bin System using ESP8266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Air Quality, Water Level, and Smart Bin Automation with Blynk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Smart Bin project uses ESP8266 to monitor:</a:t>
            </a:r>
          </a:p>
          <a:p>
            <a:r>
              <a:t>- Air Quality (MQ-135 Sensor)</a:t>
            </a:r>
          </a:p>
          <a:p>
            <a:r>
              <a:t>- Water Level in the bin (Ultrasonic Sensor)</a:t>
            </a:r>
          </a:p>
          <a:p>
            <a:r>
              <a:t>- Automatic Lid Opening (Ultrasonic + Servo Motor)</a:t>
            </a:r>
          </a:p>
          <a:p>
            <a:r>
              <a:t>- Relay Control via Blynk (Manual Switch)</a:t>
            </a:r>
          </a:p>
          <a:p>
            <a:r>
              <a:t>- All data displayed on LCD and sent to Blynk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NodeMCU ESP8266</a:t>
            </a:r>
          </a:p>
          <a:p>
            <a:r>
              <a:t>- MQ-135 Gas Sensor</a:t>
            </a:r>
          </a:p>
          <a:p>
            <a:r>
              <a:t>- Ultrasonic Sensors (2x)</a:t>
            </a:r>
          </a:p>
          <a:p>
            <a:r>
              <a:t>- Servo Motor (SG90)</a:t>
            </a:r>
          </a:p>
          <a:p>
            <a:r>
              <a:t>- Relay Module (controlled via V2)</a:t>
            </a:r>
          </a:p>
          <a:p>
            <a:r>
              <a:t>- I2C LCD Display (16x2)</a:t>
            </a:r>
          </a:p>
          <a:p>
            <a:r>
              <a:t>- Power Supply, Jumper Wires, Breadboard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Manual Relay Activation using Blynk (V2)</a:t>
            </a:r>
          </a:p>
          <a:p>
            <a:r>
              <a:t>- Real-time Air Quality Display on LCD</a:t>
            </a:r>
          </a:p>
          <a:p>
            <a:r>
              <a:t>- Water Level Monitoring with % calculation</a:t>
            </a:r>
          </a:p>
          <a:p>
            <a:r>
              <a:t>- Bin Lid opens if object ≤ 5 cm using Servo</a:t>
            </a:r>
          </a:p>
          <a:p>
            <a:r>
              <a:t>- All sensor values transmitted to Blynk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Pin Configuration (ESP8266)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MQ135 A0 → A0 (analog), MQ135 D0 → D0 (digital)</a:t>
            </a:r>
          </a:p>
          <a:p>
            <a:r>
              <a:t>- Ultrasonic Water Level: Trig → D3, Echo → D4</a:t>
            </a:r>
          </a:p>
          <a:p>
            <a:r>
              <a:t>- Ultrasonic Bin: Trig → D5, Echo → D6</a:t>
            </a:r>
          </a:p>
          <a:p>
            <a:r>
              <a:t>- Servo → D7</a:t>
            </a:r>
          </a:p>
          <a:p>
            <a:r>
              <a:t>- Relay → D8 (controlled via V2)</a:t>
            </a:r>
          </a:p>
          <a:p>
            <a:r>
              <a:t>- LCD (I2C) → SDA: D2, SCL: D1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integrated Smart Bin project showcases:</a:t>
            </a:r>
          </a:p>
          <a:p>
            <a:r>
              <a:t>- IoT-based monitoring</a:t>
            </a:r>
          </a:p>
          <a:p>
            <a:r>
              <a:t>- Efficient waste management</a:t>
            </a:r>
          </a:p>
          <a:p>
            <a:r>
              <a:t>- Real-time remote control and alerts</a:t>
            </a:r>
          </a:p>
          <a:p>
            <a:r>
              <a:t>- Compact and low-power embedded 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